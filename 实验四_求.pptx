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实验四：基于RAG的医疗问答系统实现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结合 Milvus + Streamlit 的检索增强生成系统</a:t>
            </a:r>
          </a:p>
          <a:p>
            <a:r>
              <a:t>王铭昊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大语言模型在问答任务中易产生“幻觉”</a:t>
            </a:r>
          </a:p>
          <a:p>
            <a:pPr/>
            <a:r>
              <a:t>医疗领域对准确性与可溯源性要求极高</a:t>
            </a:r>
          </a:p>
          <a:p>
            <a:pPr/>
            <a:r>
              <a:t>中医专家经验多为非结构化文本，难以高效利用</a:t>
            </a:r>
          </a:p>
          <a:p>
            <a:pPr/>
            <a:r>
              <a:t>RAG 技术通过“检索+生成”提升回答可靠性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理解 RAG（Retrieval-Augmented Generation）基本原理</a:t>
            </a:r>
          </a:p>
          <a:p>
            <a:pPr/>
            <a:r>
              <a:t>掌握文本向量化与 Milvus 向量检索流程</a:t>
            </a:r>
          </a:p>
          <a:p>
            <a:pPr/>
            <a:r>
              <a:t>构建一个可交互的极简 RAG 问答系统</a:t>
            </a:r>
          </a:p>
          <a:p>
            <a:pPr/>
            <a:r>
              <a:t>验证 RAG 在减少幻觉方面的效果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系统原理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文档切分（Chunking）为语义单元</a:t>
            </a:r>
          </a:p>
          <a:p>
            <a:pPr/>
            <a:r>
              <a:t>嵌入模型将文本映射为向量表示</a:t>
            </a:r>
          </a:p>
          <a:p>
            <a:pPr/>
            <a:r>
              <a:t>向量存储至 Milvus 数据库</a:t>
            </a:r>
          </a:p>
          <a:p>
            <a:pPr/>
            <a:r>
              <a:t>用户查询 → 向量检索 → 召回相关文档</a:t>
            </a:r>
          </a:p>
          <a:p>
            <a:pPr/>
            <a:r>
              <a:t>LLM 基于检索结果生成最终回答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系统整体架构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数据层：中医专家经验文本 / 医疗文本数据</a:t>
            </a:r>
          </a:p>
          <a:p>
            <a:pPr/>
            <a:r>
              <a:t>处理层：文本清洗、分块、向量嵌入</a:t>
            </a:r>
          </a:p>
          <a:p>
            <a:pPr/>
            <a:r>
              <a:t>存储层：Milvus 向量数据库（HNSW 索引）</a:t>
            </a:r>
          </a:p>
          <a:p>
            <a:pPr/>
            <a:r>
              <a:t>应用层：Streamlit 问答交互界面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数据来源与预处理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数据来源：中医专家临床经验文本（txt）</a:t>
            </a:r>
          </a:p>
          <a:p>
            <a:pPr/>
            <a:r>
              <a:t>去除噪声文本、无关符号与重复内容</a:t>
            </a:r>
          </a:p>
          <a:p>
            <a:pPr/>
            <a:r>
              <a:t>统一中医术语，规范文本格式</a:t>
            </a:r>
          </a:p>
          <a:p>
            <a:pPr/>
            <a:r>
              <a:t>为后续向量化与检索提供高质量输入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文档切分（Chunking）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采用基于段落的结构化切分</a:t>
            </a:r>
          </a:p>
          <a:p>
            <a:pPr/>
            <a:r>
              <a:t>设置合理 Chunk 大小（约 200–300 字）</a:t>
            </a:r>
          </a:p>
          <a:p>
            <a:pPr/>
            <a:r>
              <a:t>必要时引入重叠窗口避免语义割裂</a:t>
            </a:r>
          </a:p>
          <a:p>
            <a:pPr/>
            <a:r>
              <a:t>提高知识召回的准确性与完整性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向量嵌入模型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使用 Sentence-BERT / BGE-m3 等嵌入模型</a:t>
            </a:r>
          </a:p>
          <a:p>
            <a:pPr/>
            <a:r>
              <a:t>将文本与查询映射为稠密向量</a:t>
            </a:r>
          </a:p>
          <a:p>
            <a:pPr/>
            <a:r>
              <a:t>支持语义级相似度计算</a:t>
            </a:r>
          </a:p>
          <a:p>
            <a:pPr/>
            <a:r>
              <a:t>增强对医疗与中医语义的理解能力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Milvus 向量数据库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专为高维向量相似度检索设计</a:t>
            </a:r>
          </a:p>
          <a:p>
            <a:pPr/>
            <a:r>
              <a:t>支持 HNSW、IVF 等索引结构</a:t>
            </a:r>
          </a:p>
          <a:p>
            <a:pPr/>
            <a:r>
              <a:t>实现毫秒级向量检索</a:t>
            </a:r>
          </a:p>
          <a:p>
            <a:pPr/>
            <a:r>
              <a:t>支撑 RAG 系统实时问答需求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检索与生成流程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用户输入问题</a:t>
            </a:r>
          </a:p>
          <a:p>
            <a:pPr/>
            <a:r>
              <a:t>问题向量化并在 Milvus 中检索</a:t>
            </a:r>
          </a:p>
          <a:p>
            <a:pPr/>
            <a:r>
              <a:t>返回 Top-K 相关文本块</a:t>
            </a:r>
          </a:p>
          <a:p>
            <a:pPr/>
            <a:r>
              <a:t>将检索结果作为上下文输入 LLM</a:t>
            </a:r>
          </a:p>
          <a:p>
            <a:pPr/>
            <a:r>
              <a:t>生成最终回答并返回用户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实验扩展与优化方向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引入 Re-ranking 优化检索结果排序</a:t>
            </a:r>
          </a:p>
          <a:p>
            <a:pPr/>
            <a:r>
              <a:t>支持多轮对话与迭代检索</a:t>
            </a:r>
          </a:p>
          <a:p>
            <a:pPr/>
            <a:r>
              <a:t>尝试 GraphRAG / NodeRAG 结构</a:t>
            </a:r>
          </a:p>
          <a:p>
            <a:pPr/>
            <a:r>
              <a:t>提升复杂医疗问题的处理能力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实验效果分析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RAG 显著降低模型幻觉现象</a:t>
            </a:r>
          </a:p>
          <a:p>
            <a:pPr/>
            <a:r>
              <a:t>回答基于真实文档，具备可溯源性</a:t>
            </a:r>
          </a:p>
          <a:p>
            <a:pPr/>
            <a:r>
              <a:t>系统结构清晰，易于扩展</a:t>
            </a:r>
          </a:p>
          <a:p>
            <a:pPr/>
            <a:r>
              <a:t>适合私有医疗数据场景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完成基于 Milvus + Streamlit 的 RAG 系统构建</a:t>
            </a:r>
          </a:p>
          <a:p>
            <a:pPr/>
            <a:r>
              <a:t>验证了 RAG 在医疗问答中的实用价值</a:t>
            </a:r>
          </a:p>
          <a:p>
            <a:pPr/>
            <a:r>
              <a:t>为后续复杂医疗 AI 系统奠定基础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